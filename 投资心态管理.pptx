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投资心态管理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0F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掌握心理规律 · 做出理性决策 · 实现长期收益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31520" cy="54864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325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什么是投资心态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731520" cy="54864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745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常见投资心理误区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731520" cy="54864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60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6974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四大心理陷阱详解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731520" cy="54864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461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3832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如何培养良好心态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731520" cy="54864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931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40690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情绪管理与纪律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57200" y="4617720"/>
            <a:ext cx="731520" cy="54864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6177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4754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建立长期思维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什么是投资心态？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17520" y="13716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投资心态是投资者在市场波动中保持的</a:t>
            </a:r>
            <a:endParaRPr lang="en-US" sz="24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心理状态和思维方式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017520" y="256032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69748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01752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认知层面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017520" y="3520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如何理解市场和风险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029200" y="256032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69748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2920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情绪层面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5029200" y="3520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如何管理恐惧与贪婪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7040880" y="256032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269748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4088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行为层面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7040880" y="3520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如何做出理性决策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常见投资心理误区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731520" cy="731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280160"/>
            <a:ext cx="384048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85800" y="1417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追涨杀跌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8580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看到上涨就买入，看到下跌就恐慌卖出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0" y="1280160"/>
            <a:ext cx="384048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00600" y="1417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频繁交易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80060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过度交易导致手续费累积和决策失误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384048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85800" y="2514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全仓押注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85800" y="2834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把所有资金投入单一标的，风险过度集中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0" y="2377440"/>
            <a:ext cx="384048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00600" y="2514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听消息炒股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800600" y="2834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盲目跟随他人建议，缺乏独立判断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474720"/>
            <a:ext cx="384048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5800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不愿止损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85800" y="3931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亏损时死扛，期待反弹却越陷越深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0" y="3474720"/>
            <a:ext cx="3840480" cy="914400"/>
          </a:xfrm>
          <a:prstGeom prst="rect">
            <a:avLst/>
          </a:prstGeom>
          <a:solidFill>
            <a:srgbClr val="FFFFFF"/>
          </a:solidFill>
          <a:ln w="381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800600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过早止盈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800600" y="3931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稍有盈利就卖出，错失更大收益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心理陷阱 1: 损失厌恶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损失的痛苦是同等收益快乐的 2-2.5 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典型表现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亏损时死扛不卖，期待回本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稍有盈利就急忙卖出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• 过度关注账户浮亏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03520" y="1188720"/>
            <a:ext cx="32004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0" y="1325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理性做法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0" y="173736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设定明确止损点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让利润奔跑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关注投资逻辑而非价格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心理陷阱 2: 从众心理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别人买我也买，别人卖我也卖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77724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965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追热点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103120" y="19659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盲目追逐市场热点板块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2560320"/>
            <a:ext cx="7772400" cy="5943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697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听消息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103120" y="26974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跟风买入他人推荐的股票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3291840"/>
            <a:ext cx="77724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429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恐慌抛售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103120" y="3429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市场下跌时集体恐慌卖出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7200" y="4023360"/>
            <a:ext cx="7772400" cy="5943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160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FOMO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103120" y="41605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害怕错过而高位接盘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破解之道：独立思考，建立自己的投资体系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心理陷阱 3: 过度自信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过度自信表现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高估自己的选股能力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认为能预测市场走势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把运气当实力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忽视风险和不确定性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18872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保持谦逊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0" y="173736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承认市场不可预测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分散投资降低风险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持续学习反思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记录决策过程复盘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心理陷阱 4: 锚定效应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过度依赖某个参考点做决策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77724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65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买入价锚定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60320" y="19659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 100 块买的，现在 80 块不能卖"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77724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历史高点锚定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0" y="28803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"之前涨到 200，现在 150 很便宜"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777240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他人成本锚定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37947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"朋友 50 块买的，我 80 块买贵了"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破解：关注当前价值，忘掉成本价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如何培养良好投资心态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731520" cy="731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88720" y="1143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建立投资体系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88720" y="1463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明确投资目标、风险承受能力和选股标准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188720" y="1920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制定投资计划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88720" y="2240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买入前想好买入理由、目标价和止损点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6517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188720" y="2697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控制仓位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188720" y="3017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单只股票不超过总仓位的 20%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34290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188720" y="3474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定期复盘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88720" y="3794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记录决策过程，分析成功与失败原因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7200" y="4206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1188720" y="4251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持续学习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188720" y="4572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阅读经典，向成功投资者学习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情绪管理技巧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731520" cy="731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当感到焦虑时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深呼吸，暂停 10 分钟再做决定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问自己：如果空仓，现在会买吗？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回顾投资逻辑是否改变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远离盘面，出去走走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与理性的人交流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0" y="118872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5488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当感到兴奋时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754880" y="173736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冷静 24 小时再决定是否加仓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检查是否 FOMO 情绪驱动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评估风险收益比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设定明确的止盈点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• 不要借钱投资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建立投资纪律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731520" cy="731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" y="1188720"/>
            <a:ext cx="256032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188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买入纪律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只买自己理解的公司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423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必须有明确的投资逻辑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0175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设定好买入价格区间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6118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分批建仓不梭哈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188720"/>
            <a:ext cx="256032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3200400" y="1188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持有纪律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383280" y="18288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定期检视投资逻辑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383280" y="2423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不因短期波动改变计划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83280" y="30175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关注基本面而非股价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383280" y="36118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避免频繁查看账户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94360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0" y="1188720"/>
            <a:ext cx="256032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0" y="1188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卖出纪律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126480" y="18288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达到目标价分批止盈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126480" y="24231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触及止损点果断卖出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126480" y="30175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投资逻辑改变时退出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126480" y="36118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发现更好机会时换仓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建立长期思维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65760"/>
            <a:ext cx="731520" cy="731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短期思维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❌ 追求快速致富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❌ 每天盯盘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❌ 频繁买卖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❌ 被情绪左右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❌ 关注短期涨跌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0" y="118872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5488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长期思维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754880" y="173736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追求复利增长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定期查看即可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长期持有优质资产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理性分析决策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✓ 关注企业价值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4572000"/>
            <a:ext cx="82296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572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"投资是一场马拉松，不是百米冲刺"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1508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0" y="15544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认识并警惕常见心理陷阱</a:t>
            </a:r>
            <a:endParaRPr lang="en-US" sz="2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10312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00400" y="21488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建立自己的投资体系和纪律</a:t>
            </a:r>
            <a:endParaRPr lang="en-US" sz="2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69748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200400" y="27432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学会管理情绪，保持理性</a:t>
            </a:r>
            <a:endParaRPr lang="en-US" sz="22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3291840"/>
            <a:ext cx="365760" cy="365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200400" y="33375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坚持长期思维，追求复利</a:t>
            </a:r>
            <a:endParaRPr lang="en-US" sz="22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3886200"/>
            <a:ext cx="365760" cy="3657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200400" y="39319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持续学习，不断复盘改进</a:t>
            </a:r>
            <a:endParaRPr lang="en-US" sz="2200" dirty="0"/>
          </a:p>
        </p:txBody>
      </p:sp>
      <p:sp>
        <p:nvSpPr>
          <p:cNvPr id="13" name="Text 6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9E7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良好的投资心态 = 成功投资的一半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投资心态管理指南</dc:title>
  <dc:subject>PptxGenJS Presentation</dc:subject>
  <dc:creator>投资心态管理</dc:creator>
  <cp:lastModifiedBy>投资心态管理</cp:lastModifiedBy>
  <cp:revision>1</cp:revision>
  <dcterms:created xsi:type="dcterms:W3CDTF">2026-04-17T06:56:44Z</dcterms:created>
  <dcterms:modified xsi:type="dcterms:W3CDTF">2026-04-17T06:56:44Z</dcterms:modified>
</cp:coreProperties>
</file>