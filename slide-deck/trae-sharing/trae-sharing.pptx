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C107"/>
                </a:solidFill>
              </a:defRPr>
            </a:pPr>
            <a:r>
              <a:t>TRAE 使用分享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编程助手实战指南</a:t>
            </a:r>
            <a:br/>
            <a:r>
              <a:t>让 coding 更高效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什么是 TRAE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新一代 AI 编程助手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基于大语言模型的智能编码伙伴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支持多种编程语言和框架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理解上下文，提供精准代码建议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无缝集成主流 IDE（VS Code / JetBrains）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智能代码补全：行级/函数级代码生成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自然语言编程：用中文描述需求，自动生成代码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代码解释：逐行解释复杂代码逻辑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Bug 修复：自动检测并修复代码问题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代码重构：优化代码结构，提升可读性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单元测试生成：自动生成测试用例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安装与配置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访问官网下载客户端（trae.ai）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支持 VS Code / JetBrains 全家桶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登录账号获取 API Key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配置个性化设置：</a:t>
            </a:r>
          </a:p>
          <a:p>
            <a:pPr lvl="1"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选择常用编程语言</a:t>
            </a:r>
          </a:p>
          <a:p>
            <a:pPr lvl="1"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设置代码风格偏好</a:t>
            </a:r>
          </a:p>
          <a:p>
            <a:pPr lvl="1"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配置快捷键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基础使用场景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新项目启动：描述需求 → 生成项目骨架 → 创建配置文件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日常编码：函数实现、API 接口开发、数据处理逻辑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代码审查：发现潜在问题、提供优化建议、检查代码规范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文档编写：自动生成函数文档和注释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高级技巧 - 上下文管理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打开相关文件：让 TRAE 理解项目结构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添加注释说明：帮助 AI 理解业务逻辑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使用 @ 文件引用：精确定位代码位置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多轮对话：逐步完善代码实现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使用 #Tags 标记重要代码段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高级技巧 - Prompt 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696"/>
                </a:solidFill>
              </a:defRPr>
            </a:pPr>
            <a:r>
              <a:t>✅ 好的 Prompt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"创建一个 Flask API 端点，接收 JSON 数据，验证后存入 MySQL"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"用 Python 实现快速排序，添加详细注释"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"重构这个函数，提高可读性和性能"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"为这个函数编写单元测试，覆盖边界情况"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696"/>
                </a:solidFill>
              </a:defRPr>
            </a:pPr>
            <a:r>
              <a:t>❌ 避免模糊描述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"写个好用的函数"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"优化一下代码"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"帮我看看有什么问题"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"写个测试"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实战案例 - Web 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需求：创建用户注册 API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TRAE 生成代码：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from flask import Flask, request, jsonify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@app.route('/api/register', methods=['POST'])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def register():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data = request.json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if not data.get('email'):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    return jsonify({'error': 'Missing'}), 400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user = User(email=data['email'])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db.session.add(user)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db.session.commit()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return jsonify({'id': user.id}), 201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实战案例 - 数据分析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需求：分析销售数据，找出 Top 10 产品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import pandas as pd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def analyze_top_products(sales_df):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"""分析销售数据，返回 Top 10 产品"""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top_10 = sales_df.groupby('product_id').agg({'revenue': 'sum',}).nlargest(10, 'revenue')</a:t>
            </a:r>
          </a:p>
          <a:p>
            <a:pPr>
              <a:defRPr sz="1800">
                <a:solidFill>
                  <a:srgbClr val="F0F0F0"/>
                </a:solidFill>
                <a:latin typeface="Courier New"/>
              </a:defRPr>
            </a:pPr>
            <a:r>
              <a:t>    return top_10.reset_index()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实战案例 - Bug 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696"/>
                </a:solidFill>
              </a:defRPr>
            </a:pPr>
            <a:r>
              <a:t>🐛 问题代码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def calculate_discount(price, rate):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return price * rate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问题：计算逻辑错误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696"/>
                </a:solidFill>
              </a:defRPr>
            </a:pPr>
            <a:r>
              <a:t>✅ TRAE 修复建议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def calculate_discount(price, rate):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"""计算折扣后价格"""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if not 0 &lt;= rate &lt;= 1: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    raise ValueError('折扣率必须在 0-1 之间')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return price * (1 - rate)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效率提升对比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3820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C107"/>
                          </a:solidFill>
                        </a:defRPr>
                      </a:pPr>
                      <a:r>
                        <a:t>任务类型</a:t>
                      </a:r>
                    </a:p>
                  </a:txBody>
                  <a:tcPr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C107"/>
                          </a:solidFill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C107"/>
                          </a:solidFill>
                        </a:defRPr>
                      </a:pPr>
                      <a:r>
                        <a:t>使用 TRAE</a:t>
                      </a:r>
                    </a:p>
                  </a:txBody>
                  <a:tcPr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C107"/>
                          </a:solidFill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1E32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新项目搭建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2 小时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15 分钟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8x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API 开发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1 小时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10 分钟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6x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45 分钟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5 分钟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9x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Bug 定位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30 分钟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5 分钟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6x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代码重构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1 小时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15 分钟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</a:defRPr>
                      </a:pPr>
                      <a:r>
                        <a:t>4x</a:t>
                      </a:r>
                    </a:p>
                  </a:txBody>
                  <a:tcPr>
                    <a:solidFill>
                      <a:srgbClr val="0F20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最佳实践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明确描述需求：越具体，结果越准确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分步验证：生成代码后及时测试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保持代码审查：AI 生成的代码需要人工审核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积累 Prompt 模板：建立个人常用指令库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合理使用上下文：提供足够的背景信息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持续学习：关注官方更新和社区分享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常见误区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696"/>
                </a:solidFill>
              </a:defRPr>
            </a:pPr>
            <a:r>
              <a:t>❌ 避免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完全依赖 AI，不审查代码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一次性生成大量代码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忽略安全和性能考虑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不提供足够的上下文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盲目接受所有建议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696"/>
                </a:solidFill>
              </a:defRPr>
            </a:pPr>
            <a:r>
              <a:t>✅ 推荐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人机协作，AI 辅助，人工把关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小步迭代，逐步完善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始终考虑安全和性能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提供充分的背景信息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批判性思考 AI 建议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进阶功能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多文件编辑：同时修改多个相关文件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终端命令生成：自然语言生成 shell 命令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文档生成：自动生成代码文档和 README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SQL 查询优化：分析和优化数据库查询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正则表达式生成：根据需求生成 regex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Git 操作辅助：生成 commit message 和 PR 描述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团队协作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统一代码风格配置：确保团队一致性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分享常用 Prompt 模板：建立团队知识库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建立团队最佳实践文档：沉淀经验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定期交流使用技巧：组织内部分享会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Code Review 时结合 AI 建议：提高审查效率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设置团队使用规范：明确使用边界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安全与隐私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不上传敏感代码到云端：注意数据边界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使用本地部署版本（如可用）：企业级安全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审查生成的代码安全性：检查潜在漏洞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注意 API Key 保管：使用环境变量存储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遵守公司代码安全政策：了解合规要求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定期更新和审计：保持安全意识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</a:defRPr>
            </a:pPr>
            <a:r>
              <a:t>学习资源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官方文档：trae.ai/docs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社区论坛：GitHub Discussions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示例项目：官方示例仓库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视频教程：YouTube 官方频道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技巧分享：技术博客 / 知乎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开发者社区：Discord / Slack 群组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C107"/>
                </a:solidFill>
              </a:defRPr>
            </a:pPr>
            <a:r>
              <a:t>感谢聆听！</a:t>
            </a:r>
            <a:br/>
            <a:br/>
            <a:r>
              <a:t>Q&amp;A</a:t>
            </a:r>
            <a:br/>
            <a:r>
              <a:t>欢迎提问交流</a:t>
            </a:r>
            <a:br/>
            <a:br/>
            <a:r>
              <a:t>让 AI 成为你的编程超能力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