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1828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F3C7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投资心态管理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7E8D1"/>
                </a:solidFill>
              </a:rPr>
              <a:t>掌控情绪，理性决策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BEAE"/>
                </a:solidFill>
              </a:rPr>
              <a:t>成为更聪明的投资者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55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为什么心态决定投资成败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常见的投资心理陷阱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01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情绪管理策略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24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建立理性投资框架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0474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长期主义思维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870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897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实战练习与总结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为什么心态决定投资成败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</a:rPr>
              <a:t>投资是认知的变现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70% 心理因素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 vs </a:t>
            </a:r>
            <a:pPr indent="0" marL="0">
              <a:buNone/>
            </a:pPr>
            <a:r>
              <a:rPr lang="en-US" sz="1800" b="1" dirty="0">
                <a:solidFill>
                  <a:srgbClr val="A7BEAE"/>
                </a:solidFill>
              </a:rPr>
              <a:t>30% 技术分析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同样的策略，不同的心态 = 不同的结果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市场波动考验的是人性，不是智商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</a:rPr>
              <a:t>成功投资者的共同特质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情绪稳定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纪律性强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持续学习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承认错误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常见的投资心理陷阱 (1)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7724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</a:rPr>
              <a:t>🎯 损失厌恶 (Loss Aversion)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损失 100 元的痛苦 &gt; 获得 100 元的快乐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表现：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过早卖出盈利股，死守亏损股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</a:rPr>
              <a:t>对策：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880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设定止损/止盈点，严格执行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77724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</a:rPr>
              <a:t>🎯 确认偏误 (Confirmation Bias)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只关注支持自己观点的信息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表现：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074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忽视风险信号，只听利好消息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</a:rPr>
              <a:t>对策：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440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主动寻找反面证据，挑战自己的假设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常见的投资心理陷阱 (2)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从众心理 (Herd Mentality)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别人买我也买，别人卖我也卖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表现：追涨杀跌，高位接盘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240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对策：独立思考，逆向思维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过度自信 (Overconfidence)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高估自己的能力，低估市场风险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表现：频繁交易，重仓单一标的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对策：记录交易日志，复盘错误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🎯 锚定效应 (Anchoring)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过度依赖某个价格参考点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15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表现：「等回到成本价就卖」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5715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对策：关注基本面，而非成本价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情绪管理策略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</a:rPr>
              <a:t>🧘 识别情绪信号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777240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21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情绪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身体信号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投资风险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77724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贪婪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心跳加速，兴奋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追高，重仓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7772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72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恐惧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焦虑，失眠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172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割肉，踏空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77240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75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FOMO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675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急躁，不安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675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盲目跟风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</a:rPr>
              <a:t>🛡️ 建立情绪防火墙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1.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24 小时规则：重大决策前冷静一天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5074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2.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写下来：记录买入/卖出理由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5577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3.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设定限额：单笔不超过总资金的 X%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080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4.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定期复盘：每周/每月回顾交易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建立理性投资框架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</a:rPr>
              <a:t>📋 投资检查清单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</a:rPr>
              <a:t>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这笔投资符合我的长期目标吗？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</a:rPr>
              <a:t>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706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我理解这个标的的盈利模式吗？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</a:rPr>
              <a:t>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最坏情况下会损失多少？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</a:rPr>
              <a:t>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959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如果下跌 30%，我会加仓还是卖出？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</a:rPr>
              <a:t>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我是在投资还是在投机？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931920" cy="4114800"/>
          </a:xfrm>
          <a:prstGeom prst="roundRect">
            <a:avLst/>
          </a:prstGeom>
          <a:solidFill>
            <a:srgbClr val="E7E8D1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</a:rPr>
              <a:t>📊 仓位管理原则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</a:rPr>
              <a:t>单只股票 ≤ 10% 总仓位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</a:rPr>
              <a:t>单一行业 ≤ 30% 总仓位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</a:rPr>
              <a:t>永远保留 20% 现金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应对机会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长期主义思维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</a:rPr>
              <a:t>⏰ 时间是你的朋友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</a:rPr>
              <a:t>复利的力量：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年化 15%，10 年=4 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短期波动是噪音，长期趋势是信号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优秀公司需要时间成长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</a:rPr>
              <a:t>🌱 种植者思维 vs 猎人思维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1828800" cy="2560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种植者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耐心培育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关注成长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长期持有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收获季节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103120"/>
            <a:ext cx="1828800" cy="25603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猎人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✗ 快速捕获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✗ 关注价格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✗ 频繁交易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✗ 随时出击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85042"/>
                </a:solidFill>
              </a:rPr>
              <a:t>做时间的盟友，不做市场的奴隶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实战练习：心态自检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</a:rPr>
              <a:t>📝 每周自问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本周最有情绪化的交易是什么？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有没有违背自己的投资原则？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从错误中学到了什么？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EAE"/>
                </a:solidFill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09651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下周如何改进？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931920" cy="43891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📈 建立投资日志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日期：2024-XX-XX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标的：XXX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操作：买入/卖出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理由：_______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情绪状态：_______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617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结果反思：_______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总结：投资心态金字塔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4114800"/>
          </a:xfrm>
          <a:prstGeom prst="triangle">
            <a:avLst/>
          </a:prstGeom>
          <a:solidFill>
            <a:srgbClr val="FDFBF7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389120"/>
            <a:ext cx="4572000" cy="13716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情绪觉察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底层：识别自己的情绪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理性框架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中层：建立投资系统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2560320"/>
            <a:ext cx="137160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知行合一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顶层：纪律性行动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核心要点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1.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8163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觉察：识别自己的情绪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33832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2.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34564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理解：知道心理陷阱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4023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3.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40965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框架：建立投资系统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4663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4.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47365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执行：纪律性行动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核心要点回顾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心态决定 70% 的投资结果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情绪管理比技术分析更重要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警惕 5 大心理陷阱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损失厌恶、确认偏误、从众心理、过度自信、锚定效应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建立情绪防火墙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24 小时规则、写下来、设限额、定期复盘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091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1887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使用检查清单和仓位管理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5120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单只≤10%，单行业≤30%，保留 20% 现金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669280"/>
            <a:ext cx="822960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60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18872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做长期主义者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复利需要时间，短期波动是噪音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6751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C3E5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7E8D1"/>
                </a:solidFill>
              </a:rPr>
              <a:t>投资是一场修行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7E8D1"/>
                </a:solidFill>
              </a:rPr>
              <a:t>心态决定高度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BEAE"/>
                </a:solidFill>
              </a:rPr>
              <a:t>📚 推荐阅读：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8D1"/>
                </a:solidFill>
              </a:rPr>
              <a:t>《思考，快与慢》 | 《投资最重要的事》 | 《穷查理宝典》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投资心态管理</dc:title>
  <dc:subject>PptxGenJS Presentation</dc:subject>
  <dc:creator>Hermes Agent</dc:creator>
  <cp:lastModifiedBy>Hermes Agent</cp:lastModifiedBy>
  <cp:revision>1</cp:revision>
  <dcterms:created xsi:type="dcterms:W3CDTF">2026-04-17T04:02:43Z</dcterms:created>
  <dcterms:modified xsi:type="dcterms:W3CDTF">2026-04-17T04:02:43Z</dcterms:modified>
</cp:coreProperties>
</file>