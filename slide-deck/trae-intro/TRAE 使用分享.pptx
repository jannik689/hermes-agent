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D3748"/>
                </a:solidFill>
              </a:defRPr>
            </a:pPr>
            <a:r>
              <a:t>TRAE 使用分享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6B6B"/>
                </a:solidFill>
              </a:defRPr>
            </a:pPr>
            <a:r>
              <a:t>AI 编程助手实践指南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748"/>
                </a:solidFill>
              </a:defRPr>
            </a:pPr>
            <a:r>
              <a:t>什么是 TRAE？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智能 AI 编程助手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代码生成与补全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代码理解与解释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智能调试与问题诊断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文档自动生成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748"/>
                </a:solidFill>
              </a:defRPr>
            </a:pPr>
            <a:r>
              <a:t>为什么选择 TRAE？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🚀 提升开发效率 60%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📚 降低学习成本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💎 提高代码质量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748"/>
                </a:solidFill>
              </a:defRPr>
            </a:pPr>
            <a:r>
              <a:t>快速开始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1. 访问官网下载 TRAE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2. 安装对应 IDE 插件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3. 配置 API Key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4. 开始使用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748"/>
                </a:solidFill>
              </a:defRPr>
            </a:pPr>
            <a:r>
              <a:t>核心功能：代码生成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描述需求 → 生成代码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创建 REST API 端点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实现数据验证逻辑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生成单元测试用例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748"/>
                </a:solidFill>
              </a:defRPr>
            </a:pPr>
            <a:r>
              <a:t>核心功能：代码解释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选中代码 → 理解逻辑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阅读他人代码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理解复杂算法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学习新框架源码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748"/>
                </a:solidFill>
              </a:defRPr>
            </a:pPr>
            <a:r>
              <a:t>核心功能：智能调试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错误信息 → 修复建议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错误根因分析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修复方案提供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预防措施建议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748"/>
                </a:solidFill>
              </a:defRPr>
            </a:pPr>
            <a:r>
              <a:t>核心功能：代码重构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选择代码 → 优化结果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性能优化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可读性提升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架构改进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设计模式应用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748"/>
                </a:solidFill>
              </a:defRPr>
            </a:pPr>
            <a:r>
              <a:t>实战案例：Web 开发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构建用户认证系统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生成 JWT 认证模板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实现密码加密逻辑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创建中间件验证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时间节省：约 60%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748"/>
                </a:solidFill>
              </a:defRPr>
            </a:pPr>
            <a:r>
              <a:t>最佳实践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6B"/>
                </a:solidFill>
              </a:defRPr>
            </a:pPr>
            <a:r>
              <a:t>✅ 推荐做法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✅ 清晰描述需求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✅ 提供上下文信息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✅ 审查生成代码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ECDC4"/>
                </a:solidFill>
              </a:defRPr>
            </a:pPr>
            <a:r>
              <a:t>❌ 避免做法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❌ 模糊的需求描述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❌ 完全依赖 AI 代码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❌ 忽略代码审查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71600"/>
            <a:ext cx="91440" cy="48463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748"/>
                </a:solidFill>
              </a:defRPr>
            </a:pPr>
            <a:r>
              <a:t>提示词技巧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高效提示公式：[角色] + [任务] + [约束] + [示例]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示例：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"作为资深 Python 开发者，创建异步 HTTP 客户端，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使用 aiohttp 库，包含重试机制和超时处理..."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748"/>
                </a:solidFill>
              </a:defRPr>
            </a:pPr>
            <a:r>
              <a:t>安全与隐私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🔒 不上传敏感代码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🔒 不输入 API 密钥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🔒 不分享业务逻辑细节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🔒 审查生成代码安全性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748"/>
                </a:solidFill>
              </a:defRPr>
            </a:pPr>
            <a:r>
              <a:t>与其他工具对比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9144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特性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TRAE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Copilot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3748"/>
                          </a:solidFill>
                        </a:defRPr>
                      </a:pPr>
                      <a:r>
                        <a:t>代码生成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3748"/>
                          </a:solidFill>
                        </a:defRPr>
                      </a:pPr>
                      <a:r>
                        <a:t>代码解释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3748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3748"/>
                          </a:solidFill>
                        </a:defRPr>
                      </a:pPr>
                      <a:r>
                        <a:t>智能调试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3748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3748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3748"/>
                          </a:solidFill>
                        </a:defRPr>
                      </a:pPr>
                      <a:r>
                        <a:t>中文支持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3748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2D3748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748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🚀 提升开发效率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📚 降低学习门槛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💡 激发创新思路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🎯 提高代码质量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</a:defRPr>
            </a:pPr>
            <a:r>
              <a:t>• 关键：AI 是助手，不是替代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6B6B"/>
                </a:solidFill>
              </a:defRPr>
            </a:pPr>
            <a:r>
              <a:t>开始你的 TRAE 之旅！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2D3748"/>
                </a:solidFill>
              </a:defRPr>
            </a:pPr>
            <a:r>
              <a:t>让 AI 成为你的编程伙伴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657600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200">
                <a:solidFill>
                  <a:srgbClr val="2D3748"/>
                </a:solidFill>
              </a:defRPr>
            </a:pPr>
            <a:r>
              <a:t>1. 下载安装</a:t>
            </a:r>
          </a:p>
          <a:p>
            <a:pPr algn="ctr">
              <a:spcAft>
                <a:spcPts val="1200"/>
              </a:spcAft>
              <a:defRPr sz="2200">
                <a:solidFill>
                  <a:srgbClr val="2D3748"/>
                </a:solidFill>
              </a:defRPr>
            </a:pPr>
            <a:r>
              <a:t>2. 配置环境</a:t>
            </a:r>
          </a:p>
          <a:p>
            <a:pPr algn="ctr">
              <a:spcAft>
                <a:spcPts val="1200"/>
              </a:spcAft>
              <a:defRPr sz="2200">
                <a:solidFill>
                  <a:srgbClr val="2D3748"/>
                </a:solidFill>
              </a:defRPr>
            </a:pPr>
            <a:r>
              <a:t>3. 尝试第一个任务</a:t>
            </a:r>
          </a:p>
          <a:p>
            <a:pPr algn="ctr">
              <a:spcAft>
                <a:spcPts val="1200"/>
              </a:spcAft>
              <a:defRPr sz="2200">
                <a:solidFill>
                  <a:srgbClr val="2D3748"/>
                </a:solidFill>
              </a:defRPr>
            </a:pPr>
            <a:r>
              <a:t>4. 分享你的经验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