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9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投资心态管理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掌控情绪 · 理性决策 · 长期致胜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27432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专业投资者必修课程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什么是投资心态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理解心态对投资的影响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常见心理陷阱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识别并避免认知偏差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情绪管理策略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控制情绪对决策的干扰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26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培养良好心态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建立长期成功的基础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539496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5321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实用技巧工具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852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日常练习与方法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640080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37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6492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总结与行动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6858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制定个人改进计划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什么是投资心态？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投资心态是投资者在面对市场波动、盈亏变化时，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所表现出的心理状态和思维模式的总和。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认知层面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如何理解市场、风险和机会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9260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💝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情绪层面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面对盈亏时的心理反应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行为层面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决策和执行的一致性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六大常见投资心理陷阱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E8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损失厌恶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对损失的痛苦感是对收益快乐感的 2-3 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E8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023360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确认偏误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只关注支持自己观点的信息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E8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0" y="1417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过度自信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高估自己的判断能力和预测准确性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E8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8872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从众心理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盲目跟随大众行为，忽视独立分析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301752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E8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02336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锚定效应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过度依赖首次获得的信息做决策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651760" cy="1645920"/>
          </a:xfrm>
          <a:prstGeom prst="roundRect">
            <a:avLst>
              <a:gd name="adj" fmla="val 8333"/>
            </a:avLst>
          </a:prstGeom>
          <a:solidFill>
            <a:srgbClr val="E8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5800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处置效应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36576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过早卖出盈利股票，长期持有亏损股票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49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情绪如何影响投资决策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200400" cy="2286000"/>
          </a:xfrm>
          <a:prstGeom prst="ellipse">
            <a:avLst/>
          </a:prstGeom>
          <a:solidFill>
            <a:srgbClr val="8B0000">
              <a:alpha val="3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恐惧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恐慌性抛售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错失底部机会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过度保守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200400" cy="2286000"/>
          </a:xfrm>
          <a:prstGeom prst="ellipse">
            <a:avLst/>
          </a:prstGeom>
          <a:solidFill>
            <a:srgbClr val="006400">
              <a:alpha val="30000"/>
            </a:srgbClr>
          </a:solidFill>
          <a:ln w="25400">
            <a:solidFill>
              <a:srgbClr val="90EE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0EE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贪婪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追高买入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忽视风险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过度交易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286000"/>
            <a:ext cx="731520" cy="365760"/>
          </a:xfrm>
          <a:prstGeom prst="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114800" y="2560320"/>
            <a:ext cx="731520" cy="365760"/>
          </a:xfrm>
          <a:prstGeom prst="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931920"/>
            <a:ext cx="8229600" cy="109728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关键洞察：成功投资者不是没有情绪，而是能够识别并管理情绪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如何培养良好的投资心态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建立投资框架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926080" y="1371600"/>
            <a:ext cx="4572000" cy="228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2926080" y="1371600"/>
            <a:ext cx="45720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1280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明确的投资理念和策略体系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制定交易计划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26080" y="2286000"/>
            <a:ext cx="4572000" cy="228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2286000"/>
            <a:ext cx="38862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85%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事前规划入场、出场和仓位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持续学习反思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926080" y="3200400"/>
            <a:ext cx="4572000" cy="228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3200400"/>
            <a:ext cx="34290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3474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从成功和失败中总结经验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控制仓位风险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26080" y="4114800"/>
            <a:ext cx="4572000" cy="228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6080" y="4114800"/>
            <a:ext cx="41148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合理配置，避免情绪化决策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937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保持耐心纪律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926080" y="5029200"/>
            <a:ext cx="4572000" cy="2286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2926080" y="5029200"/>
            <a:ext cx="36576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4937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926080" y="5303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等待最佳机会，严格执行计划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实用心态管理技巧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E8F4F4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📋 日常练习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写投资日记，记录决策理由和情绪状态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定期复盘，分析成功和失败的原因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设定"冷静期"，大额决策前等待 24 小时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冥想练习，提升情绪觉察能力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限制查看账户频率，避免情绪波动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3657600"/>
          </a:xfrm>
          <a:prstGeom prst="roundRect">
            <a:avLst>
              <a:gd name="adj" fmla="val 3750"/>
            </a:avLst>
          </a:prstGeom>
          <a:solidFill>
            <a:srgbClr val="E8F4F4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🚨 应急策略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感到焦虑时：暂停交易，深呼吸 10 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想追涨杀跌时：问自己"如果空仓会买吗？"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亏损超 5% 时：强制休息，重新评估逻辑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连续盈利时：警惕过度自信，降低仓位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市场极端时：回归投资框架，不随波逐流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2801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2801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2801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26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926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926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投资决策检查清单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策略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这笔投资符合我的整体策略吗？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3192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我是否做了充分的研究和分析？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最坏情况下我会损失多少？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我现在的情绪状态如何？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3108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3192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如果下跌 20%，我还能持有吗？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31089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理性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4747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这个决定是理性的还是冲动的？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49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总结与行动计划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核心要点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投资心态决定长期收益，技术只是辅助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识别并管理情绪是成功的关键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建立系统化的投资框架和纪律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持续学习和反思是成长的必经之路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1153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🎯 从今天开始：选择一个技巧，坚持练习 30 天！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49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投资是一场修行，心态决定高度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2026-04-17T04:41:36Z</dcterms:created>
  <dcterms:modified xsi:type="dcterms:W3CDTF">2026-04-17T04:41:36Z</dcterms:modified>
</cp:coreProperties>
</file>